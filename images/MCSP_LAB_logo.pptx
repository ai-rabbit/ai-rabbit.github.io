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1282" y="3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516F43A0-41C9-4BE6-975D-F883DD3506F7}"/>
    <pc:docChg chg="undo redo custSel addSld modSld">
      <pc:chgData name="裴 熙隆" userId="d70ee545ee25833c" providerId="LiveId" clId="{516F43A0-41C9-4BE6-975D-F883DD3506F7}" dt="2026-04-19T03:47:32.476" v="95" actId="207"/>
      <pc:docMkLst>
        <pc:docMk/>
      </pc:docMkLst>
      <pc:sldChg chg="addSp delSp modSp new mod">
        <pc:chgData name="裴 熙隆" userId="d70ee545ee25833c" providerId="LiveId" clId="{516F43A0-41C9-4BE6-975D-F883DD3506F7}" dt="2026-04-19T03:47:32.476" v="95" actId="207"/>
        <pc:sldMkLst>
          <pc:docMk/>
          <pc:sldMk cId="3967077662" sldId="256"/>
        </pc:sldMkLst>
        <pc:spChg chg="del">
          <ac:chgData name="裴 熙隆" userId="d70ee545ee25833c" providerId="LiveId" clId="{516F43A0-41C9-4BE6-975D-F883DD3506F7}" dt="2026-04-19T03:37:31.134" v="1" actId="478"/>
          <ac:spMkLst>
            <pc:docMk/>
            <pc:sldMk cId="3967077662" sldId="256"/>
            <ac:spMk id="2" creationId="{2705A73A-CE66-4D73-8760-0B048DCA5EB0}"/>
          </ac:spMkLst>
        </pc:spChg>
        <pc:spChg chg="del">
          <ac:chgData name="裴 熙隆" userId="d70ee545ee25833c" providerId="LiveId" clId="{516F43A0-41C9-4BE6-975D-F883DD3506F7}" dt="2026-04-19T03:37:33.882" v="2" actId="478"/>
          <ac:spMkLst>
            <pc:docMk/>
            <pc:sldMk cId="3967077662" sldId="256"/>
            <ac:spMk id="3" creationId="{B66C037F-6DB2-4F0E-BA97-D84AE3E2D79A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8" creationId="{9C2E9A76-2C10-4B2C-8678-47FB1EB5D4A7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9" creationId="{C49B19DE-2696-470A-995F-AE01DCB9B606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10" creationId="{FFD69F68-584E-4DDE-8BFE-9CA024C5FC37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11" creationId="{2F7B39F1-C790-4A4C-B3C8-E5F369066885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12" creationId="{EE1EF143-8DB6-418D-AF68-06E7B997571F}"/>
          </ac:spMkLst>
        </pc:spChg>
        <pc:spChg chg="del mod">
          <ac:chgData name="裴 熙隆" userId="d70ee545ee25833c" providerId="LiveId" clId="{516F43A0-41C9-4BE6-975D-F883DD3506F7}" dt="2026-04-19T03:39:53.937" v="19" actId="478"/>
          <ac:spMkLst>
            <pc:docMk/>
            <pc:sldMk cId="3967077662" sldId="256"/>
            <ac:spMk id="14" creationId="{763B1D15-F4C9-4491-AF63-E3D632504A7E}"/>
          </ac:spMkLst>
        </pc:spChg>
        <pc:spChg chg="del mod">
          <ac:chgData name="裴 熙隆" userId="d70ee545ee25833c" providerId="LiveId" clId="{516F43A0-41C9-4BE6-975D-F883DD3506F7}" dt="2026-04-19T03:39:57.808" v="22" actId="478"/>
          <ac:spMkLst>
            <pc:docMk/>
            <pc:sldMk cId="3967077662" sldId="256"/>
            <ac:spMk id="15" creationId="{2EC5CE74-F344-4C3F-8A20-2E3313CF34EA}"/>
          </ac:spMkLst>
        </pc:spChg>
        <pc:spChg chg="mod">
          <ac:chgData name="裴 熙隆" userId="d70ee545ee25833c" providerId="LiveId" clId="{516F43A0-41C9-4BE6-975D-F883DD3506F7}" dt="2026-04-19T03:38:47.288" v="10" actId="1076"/>
          <ac:spMkLst>
            <pc:docMk/>
            <pc:sldMk cId="3967077662" sldId="256"/>
            <ac:spMk id="16" creationId="{92948FF3-78B0-4679-B7DB-D304645D53F1}"/>
          </ac:spMkLst>
        </pc:spChg>
        <pc:spChg chg="mod">
          <ac:chgData name="裴 熙隆" userId="d70ee545ee25833c" providerId="LiveId" clId="{516F43A0-41C9-4BE6-975D-F883DD3506F7}" dt="2026-04-19T03:38:47.288" v="10" actId="1076"/>
          <ac:spMkLst>
            <pc:docMk/>
            <pc:sldMk cId="3967077662" sldId="256"/>
            <ac:spMk id="17" creationId="{B0BD5D69-195B-4D1C-90E8-E6CFD649E603}"/>
          </ac:spMkLst>
        </pc:spChg>
        <pc:spChg chg="mod topLvl">
          <ac:chgData name="裴 熙隆" userId="d70ee545ee25833c" providerId="LiveId" clId="{516F43A0-41C9-4BE6-975D-F883DD3506F7}" dt="2026-04-19T03:46:18.899" v="78" actId="1076"/>
          <ac:spMkLst>
            <pc:docMk/>
            <pc:sldMk cId="3967077662" sldId="256"/>
            <ac:spMk id="18" creationId="{3C0D1161-0D8D-4E05-BFFD-A3CA19AEBA83}"/>
          </ac:spMkLst>
        </pc:spChg>
        <pc:spChg chg="mod topLvl">
          <ac:chgData name="裴 熙隆" userId="d70ee545ee25833c" providerId="LiveId" clId="{516F43A0-41C9-4BE6-975D-F883DD3506F7}" dt="2026-04-19T03:47:32.476" v="95" actId="207"/>
          <ac:spMkLst>
            <pc:docMk/>
            <pc:sldMk cId="3967077662" sldId="256"/>
            <ac:spMk id="20" creationId="{6DFABD9A-F027-4045-A274-4BBB922E029A}"/>
          </ac:spMkLst>
        </pc:spChg>
        <pc:spChg chg="add del mod">
          <ac:chgData name="裴 熙隆" userId="d70ee545ee25833c" providerId="LiveId" clId="{516F43A0-41C9-4BE6-975D-F883DD3506F7}" dt="2026-04-19T03:43:24.582" v="49" actId="478"/>
          <ac:spMkLst>
            <pc:docMk/>
            <pc:sldMk cId="3967077662" sldId="256"/>
            <ac:spMk id="21" creationId="{4BE48339-E820-483B-A1A4-D9F3EC5D3874}"/>
          </ac:spMkLst>
        </pc:spChg>
        <pc:spChg chg="del mod topLvl">
          <ac:chgData name="裴 熙隆" userId="d70ee545ee25833c" providerId="LiveId" clId="{516F43A0-41C9-4BE6-975D-F883DD3506F7}" dt="2026-04-19T03:43:45.446" v="58" actId="478"/>
          <ac:spMkLst>
            <pc:docMk/>
            <pc:sldMk cId="3967077662" sldId="256"/>
            <ac:spMk id="22" creationId="{F0A6163A-48F9-47F4-BDEB-DCF7FE4C8907}"/>
          </ac:spMkLst>
        </pc:spChg>
        <pc:spChg chg="mod">
          <ac:chgData name="裴 熙隆" userId="d70ee545ee25833c" providerId="LiveId" clId="{516F43A0-41C9-4BE6-975D-F883DD3506F7}" dt="2026-04-19T03:39:59.566" v="23"/>
          <ac:spMkLst>
            <pc:docMk/>
            <pc:sldMk cId="3967077662" sldId="256"/>
            <ac:spMk id="24" creationId="{F9ECB918-98AC-4F8F-87F7-5EB622C132F7}"/>
          </ac:spMkLst>
        </pc:spChg>
        <pc:spChg chg="mod">
          <ac:chgData name="裴 熙隆" userId="d70ee545ee25833c" providerId="LiveId" clId="{516F43A0-41C9-4BE6-975D-F883DD3506F7}" dt="2026-04-19T03:39:59.566" v="23"/>
          <ac:spMkLst>
            <pc:docMk/>
            <pc:sldMk cId="3967077662" sldId="256"/>
            <ac:spMk id="25" creationId="{6F16C09C-2567-402A-8831-CCFDBB7424F8}"/>
          </ac:spMkLst>
        </pc:spChg>
        <pc:grpChg chg="del mod">
          <ac:chgData name="裴 熙隆" userId="d70ee545ee25833c" providerId="LiveId" clId="{516F43A0-41C9-4BE6-975D-F883DD3506F7}" dt="2026-04-19T03:38:31.487" v="9" actId="165"/>
          <ac:grpSpMkLst>
            <pc:docMk/>
            <pc:sldMk cId="3967077662" sldId="256"/>
            <ac:grpSpMk id="6" creationId="{41CC433D-AF74-4341-BBFF-613F30B2D247}"/>
          </ac:grpSpMkLst>
        </pc:grpChg>
        <pc:grpChg chg="add del mod topLvl">
          <ac:chgData name="裴 熙隆" userId="d70ee545ee25833c" providerId="LiveId" clId="{516F43A0-41C9-4BE6-975D-F883DD3506F7}" dt="2026-04-19T03:40:41.236" v="35" actId="165"/>
          <ac:grpSpMkLst>
            <pc:docMk/>
            <pc:sldMk cId="3967077662" sldId="256"/>
            <ac:grpSpMk id="7" creationId="{FF155CDD-8F15-4408-9104-205CF583C096}"/>
          </ac:grpSpMkLst>
        </pc:grpChg>
        <pc:grpChg chg="add del mod topLvl">
          <ac:chgData name="裴 熙隆" userId="d70ee545ee25833c" providerId="LiveId" clId="{516F43A0-41C9-4BE6-975D-F883DD3506F7}" dt="2026-04-19T03:46:18.899" v="78" actId="1076"/>
          <ac:grpSpMkLst>
            <pc:docMk/>
            <pc:sldMk cId="3967077662" sldId="256"/>
            <ac:grpSpMk id="13" creationId="{176D5C02-B14F-430A-A9A7-292E4419AF32}"/>
          </ac:grpSpMkLst>
        </pc:grpChg>
        <pc:grpChg chg="del mod topLvl">
          <ac:chgData name="裴 熙隆" userId="d70ee545ee25833c" providerId="LiveId" clId="{516F43A0-41C9-4BE6-975D-F883DD3506F7}" dt="2026-04-19T03:43:43.104" v="57" actId="165"/>
          <ac:grpSpMkLst>
            <pc:docMk/>
            <pc:sldMk cId="3967077662" sldId="256"/>
            <ac:grpSpMk id="19" creationId="{AAC6C537-6924-4386-9CEB-EA5E41F06715}"/>
          </ac:grpSpMkLst>
        </pc:grpChg>
        <pc:grpChg chg="add mod">
          <ac:chgData name="裴 熙隆" userId="d70ee545ee25833c" providerId="LiveId" clId="{516F43A0-41C9-4BE6-975D-F883DD3506F7}" dt="2026-04-19T03:46:18.899" v="78" actId="1076"/>
          <ac:grpSpMkLst>
            <pc:docMk/>
            <pc:sldMk cId="3967077662" sldId="256"/>
            <ac:grpSpMk id="23" creationId="{F5C8026D-8387-4F98-8D23-F7309736298A}"/>
          </ac:grpSpMkLst>
        </pc:grpChg>
        <pc:picChg chg="add del mod">
          <ac:chgData name="裴 熙隆" userId="d70ee545ee25833c" providerId="LiveId" clId="{516F43A0-41C9-4BE6-975D-F883DD3506F7}" dt="2026-04-19T03:37:48.187" v="4" actId="27803"/>
          <ac:picMkLst>
            <pc:docMk/>
            <pc:sldMk cId="3967077662" sldId="256"/>
            <ac:picMk id="5" creationId="{5F84CA37-8501-4174-B614-E6A60ADAC166}"/>
          </ac:picMkLst>
        </pc:picChg>
      </pc:sldChg>
      <pc:sldMasterChg chg="addSldLayout">
        <pc:chgData name="裴 熙隆" userId="d70ee545ee25833c" providerId="LiveId" clId="{516F43A0-41C9-4BE6-975D-F883DD3506F7}" dt="2026-04-19T03:37:29.386" v="0" actId="680"/>
        <pc:sldMasterMkLst>
          <pc:docMk/>
          <pc:sldMasterMk cId="796977920" sldId="2147483648"/>
        </pc:sldMasterMkLst>
        <pc:sldLayoutChg chg="add">
          <pc:chgData name="裴 熙隆" userId="d70ee545ee25833c" providerId="LiveId" clId="{516F43A0-41C9-4BE6-975D-F883DD3506F7}" dt="2026-04-19T03:37:29.386" v="0" actId="680"/>
          <pc:sldLayoutMkLst>
            <pc:docMk/>
            <pc:sldMasterMk cId="796977920" sldId="2147483648"/>
            <pc:sldLayoutMk cId="315087774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10092-4DC4-4510-956C-791B57BFB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2BBA62-9F6E-486D-8DC9-173913356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5087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97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C2E9A76-2C10-4B2C-8678-47FB1EB5D4A7}"/>
              </a:ext>
            </a:extLst>
          </p:cNvPr>
          <p:cNvSpPr txBox="1"/>
          <p:nvPr/>
        </p:nvSpPr>
        <p:spPr>
          <a:xfrm>
            <a:off x="92583" y="2740533"/>
            <a:ext cx="1049655" cy="1291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0" b="1" spc="0" baseline="0" dirty="0">
                <a:solidFill>
                  <a:srgbClr val="243040"/>
                </a:solidFill>
                <a:latin typeface="Arial"/>
                <a:cs typeface="Arial"/>
                <a:sym typeface="Arial"/>
                <a:rtl val="0"/>
              </a:rPr>
              <a:t>M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9B19DE-2696-470A-995F-AE01DCB9B606}"/>
              </a:ext>
            </a:extLst>
          </p:cNvPr>
          <p:cNvSpPr txBox="1"/>
          <p:nvPr/>
        </p:nvSpPr>
        <p:spPr>
          <a:xfrm>
            <a:off x="1649921" y="2740533"/>
            <a:ext cx="935355" cy="1291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0" b="1" spc="0" baseline="0" dirty="0">
                <a:solidFill>
                  <a:srgbClr val="243040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69F68-584E-4DDE-8BFE-9CA024C5FC37}"/>
              </a:ext>
            </a:extLst>
          </p:cNvPr>
          <p:cNvSpPr txBox="1"/>
          <p:nvPr/>
        </p:nvSpPr>
        <p:spPr>
          <a:xfrm>
            <a:off x="3092958" y="2740533"/>
            <a:ext cx="878205" cy="1291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0" b="1" spc="0" baseline="0" dirty="0">
                <a:solidFill>
                  <a:srgbClr val="243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7B39F1-C790-4A4C-B3C8-E5F369066885}"/>
              </a:ext>
            </a:extLst>
          </p:cNvPr>
          <p:cNvSpPr txBox="1"/>
          <p:nvPr/>
        </p:nvSpPr>
        <p:spPr>
          <a:xfrm>
            <a:off x="3997833" y="2740533"/>
            <a:ext cx="878205" cy="1291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0" b="1" spc="0" baseline="0" dirty="0">
                <a:solidFill>
                  <a:srgbClr val="24304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1EF143-8DB6-418D-AF68-06E7B997571F}"/>
              </a:ext>
            </a:extLst>
          </p:cNvPr>
          <p:cNvSpPr txBox="1"/>
          <p:nvPr/>
        </p:nvSpPr>
        <p:spPr>
          <a:xfrm>
            <a:off x="4997958" y="2740533"/>
            <a:ext cx="2306955" cy="1291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0" b="1" spc="0" baseline="0" dirty="0">
                <a:solidFill>
                  <a:srgbClr val="2A5C99"/>
                </a:solidFill>
                <a:latin typeface="Arial"/>
                <a:cs typeface="Arial"/>
                <a:sym typeface="Arial"/>
                <a:rtl val="0"/>
              </a:rPr>
              <a:t>LAB</a:t>
            </a:r>
          </a:p>
        </p:txBody>
      </p:sp>
      <p:grpSp>
        <p:nvGrpSpPr>
          <p:cNvPr id="13" name="图形 4">
            <a:extLst>
              <a:ext uri="{FF2B5EF4-FFF2-40B4-BE49-F238E27FC236}">
                <a16:creationId xmlns:a16="http://schemas.microsoft.com/office/drawing/2014/main" id="{176D5C02-B14F-430A-A9A7-292E4419AF32}"/>
              </a:ext>
            </a:extLst>
          </p:cNvPr>
          <p:cNvGrpSpPr/>
          <p:nvPr/>
        </p:nvGrpSpPr>
        <p:grpSpPr>
          <a:xfrm>
            <a:off x="2585276" y="2901824"/>
            <a:ext cx="480061" cy="1047750"/>
            <a:chOff x="3226752" y="3000375"/>
            <a:chExt cx="480061" cy="1047750"/>
          </a:xfrm>
          <a:noFill/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92948FF3-78B0-4679-B7DB-D304645D53F1}"/>
                </a:ext>
              </a:extLst>
            </p:cNvPr>
            <p:cNvSpPr/>
            <p:nvPr/>
          </p:nvSpPr>
          <p:spPr>
            <a:xfrm>
              <a:off x="3226752" y="3238500"/>
              <a:ext cx="163830" cy="571500"/>
            </a:xfrm>
            <a:custGeom>
              <a:avLst/>
              <a:gdLst>
                <a:gd name="connsiteX0" fmla="*/ 0 w 285750"/>
                <a:gd name="connsiteY0" fmla="*/ 0 h 571500"/>
                <a:gd name="connsiteX1" fmla="*/ 285750 w 285750"/>
                <a:gd name="connsiteY1" fmla="*/ 285750 h 571500"/>
                <a:gd name="connsiteX2" fmla="*/ 0 w 285750"/>
                <a:gd name="connsiteY2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50" h="571500">
                  <a:moveTo>
                    <a:pt x="0" y="0"/>
                  </a:moveTo>
                  <a:cubicBezTo>
                    <a:pt x="157815" y="0"/>
                    <a:pt x="285750" y="127935"/>
                    <a:pt x="285750" y="285750"/>
                  </a:cubicBezTo>
                  <a:cubicBezTo>
                    <a:pt x="285750" y="443565"/>
                    <a:pt x="157815" y="571500"/>
                    <a:pt x="0" y="571500"/>
                  </a:cubicBezTo>
                </a:path>
              </a:pathLst>
            </a:custGeom>
            <a:noFill/>
            <a:ln w="85725" cap="rnd">
              <a:solidFill>
                <a:srgbClr val="2A5C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0BD5D69-195B-4D1C-90E8-E6CFD649E603}"/>
                </a:ext>
              </a:extLst>
            </p:cNvPr>
            <p:cNvSpPr/>
            <p:nvPr/>
          </p:nvSpPr>
          <p:spPr>
            <a:xfrm>
              <a:off x="3417253" y="3000375"/>
              <a:ext cx="289560" cy="1047750"/>
            </a:xfrm>
            <a:custGeom>
              <a:avLst/>
              <a:gdLst>
                <a:gd name="connsiteX0" fmla="*/ 0 w 523875"/>
                <a:gd name="connsiteY0" fmla="*/ 0 h 1047750"/>
                <a:gd name="connsiteX1" fmla="*/ 523875 w 523875"/>
                <a:gd name="connsiteY1" fmla="*/ 523875 h 1047750"/>
                <a:gd name="connsiteX2" fmla="*/ 0 w 523875"/>
                <a:gd name="connsiteY2" fmla="*/ 1047750 h 104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047750">
                  <a:moveTo>
                    <a:pt x="0" y="0"/>
                  </a:moveTo>
                  <a:cubicBezTo>
                    <a:pt x="289328" y="0"/>
                    <a:pt x="523875" y="234547"/>
                    <a:pt x="523875" y="523875"/>
                  </a:cubicBezTo>
                  <a:cubicBezTo>
                    <a:pt x="523875" y="813203"/>
                    <a:pt x="289328" y="1047750"/>
                    <a:pt x="0" y="1047750"/>
                  </a:cubicBezTo>
                </a:path>
              </a:pathLst>
            </a:custGeom>
            <a:noFill/>
            <a:ln w="85725" cap="rnd">
              <a:solidFill>
                <a:srgbClr val="2A5C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C0D1161-0D8D-4E05-BFFD-A3CA19AEBA83}"/>
              </a:ext>
            </a:extLst>
          </p:cNvPr>
          <p:cNvSpPr/>
          <p:nvPr/>
        </p:nvSpPr>
        <p:spPr>
          <a:xfrm flipH="1">
            <a:off x="7304908" y="2901824"/>
            <a:ext cx="45719" cy="1047750"/>
          </a:xfrm>
          <a:custGeom>
            <a:avLst/>
            <a:gdLst>
              <a:gd name="connsiteX0" fmla="*/ 0 w 9525"/>
              <a:gd name="connsiteY0" fmla="*/ 0 h 1190625"/>
              <a:gd name="connsiteX1" fmla="*/ 0 w 9525"/>
              <a:gd name="connsiteY1" fmla="*/ 1190625 h 11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90625">
                <a:moveTo>
                  <a:pt x="0" y="0"/>
                </a:moveTo>
                <a:lnTo>
                  <a:pt x="0" y="1190625"/>
                </a:lnTo>
              </a:path>
            </a:pathLst>
          </a:custGeom>
          <a:ln w="76200" cap="flat">
            <a:solidFill>
              <a:srgbClr val="24304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FABD9A-F027-4045-A274-4BBB922E029A}"/>
              </a:ext>
            </a:extLst>
          </p:cNvPr>
          <p:cNvSpPr txBox="1"/>
          <p:nvPr/>
        </p:nvSpPr>
        <p:spPr>
          <a:xfrm>
            <a:off x="7405191" y="3013501"/>
            <a:ext cx="4501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13" baseline="0" dirty="0">
                <a:solidFill>
                  <a:srgbClr val="2A5C99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M</a:t>
            </a:r>
            <a:r>
              <a:rPr lang="zh-CN" altLang="en-US" sz="2400" spc="113" baseline="0" dirty="0">
                <a:latin typeface="HarmonyOS Sans" panose="00000500000000000000" pitchFamily="2" charset="0"/>
                <a:cs typeface="Arial"/>
                <a:sym typeface="Arial"/>
                <a:rtl val="0"/>
              </a:rPr>
              <a:t>OBILE</a:t>
            </a:r>
            <a:r>
              <a:rPr lang="zh-CN" altLang="en-US" sz="2400" spc="113" baseline="0" dirty="0">
                <a:solidFill>
                  <a:srgbClr val="2A5C99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 </a:t>
            </a:r>
            <a:r>
              <a:rPr lang="zh-CN" altLang="en-US" sz="2400" b="1" spc="38" baseline="0" dirty="0">
                <a:solidFill>
                  <a:srgbClr val="2A5C99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C</a:t>
            </a:r>
            <a:r>
              <a:rPr lang="zh-CN" altLang="en-US" sz="2400" spc="38" baseline="0" dirty="0">
                <a:solidFill>
                  <a:srgbClr val="243040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OMMUNICATIONS</a:t>
            </a:r>
            <a:endParaRPr lang="en-US" altLang="zh-CN" sz="2400" spc="38" baseline="0" dirty="0">
              <a:solidFill>
                <a:srgbClr val="243040"/>
              </a:solidFill>
              <a:latin typeface="HarmonyOS Sans" panose="00000500000000000000" pitchFamily="2" charset="0"/>
              <a:cs typeface="Arial"/>
              <a:sym typeface="Arial"/>
              <a:rtl val="0"/>
            </a:endParaRPr>
          </a:p>
          <a:p>
            <a:r>
              <a:rPr lang="en-US" altLang="zh-CN" sz="2400" spc="38" baseline="0" dirty="0">
                <a:solidFill>
                  <a:srgbClr val="243040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AND</a:t>
            </a:r>
            <a:r>
              <a:rPr lang="zh-CN" altLang="en-US" sz="2400" spc="38" baseline="0" dirty="0">
                <a:solidFill>
                  <a:srgbClr val="243040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 </a:t>
            </a:r>
            <a:r>
              <a:rPr lang="zh-CN" altLang="en-US" sz="2400" b="1" spc="38" baseline="0" dirty="0">
                <a:solidFill>
                  <a:srgbClr val="2A5C99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S</a:t>
            </a:r>
            <a:r>
              <a:rPr lang="zh-CN" altLang="en-US" sz="2400" spc="38" baseline="0" dirty="0">
                <a:solidFill>
                  <a:srgbClr val="243040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IGNAL </a:t>
            </a:r>
            <a:r>
              <a:rPr lang="zh-CN" altLang="en-US" sz="2400" b="1" spc="38" baseline="0" dirty="0">
                <a:solidFill>
                  <a:srgbClr val="2A5C99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P</a:t>
            </a:r>
            <a:r>
              <a:rPr lang="zh-CN" altLang="en-US" sz="2400" spc="38" baseline="0" dirty="0">
                <a:solidFill>
                  <a:srgbClr val="243040"/>
                </a:solidFill>
                <a:latin typeface="HarmonyOS Sans" panose="00000500000000000000" pitchFamily="2" charset="0"/>
                <a:cs typeface="Arial"/>
                <a:sym typeface="Arial"/>
                <a:rtl val="0"/>
              </a:rPr>
              <a:t>ROCESSING</a:t>
            </a:r>
          </a:p>
        </p:txBody>
      </p:sp>
      <p:grpSp>
        <p:nvGrpSpPr>
          <p:cNvPr id="23" name="图形 4">
            <a:extLst>
              <a:ext uri="{FF2B5EF4-FFF2-40B4-BE49-F238E27FC236}">
                <a16:creationId xmlns:a16="http://schemas.microsoft.com/office/drawing/2014/main" id="{F5C8026D-8387-4F98-8D23-F7309736298A}"/>
              </a:ext>
            </a:extLst>
          </p:cNvPr>
          <p:cNvGrpSpPr/>
          <p:nvPr/>
        </p:nvGrpSpPr>
        <p:grpSpPr>
          <a:xfrm rot="10800000">
            <a:off x="1198911" y="2901823"/>
            <a:ext cx="480061" cy="1047750"/>
            <a:chOff x="3226752" y="3000375"/>
            <a:chExt cx="480061" cy="1047750"/>
          </a:xfrm>
          <a:noFill/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9ECB918-98AC-4F8F-87F7-5EB622C132F7}"/>
                </a:ext>
              </a:extLst>
            </p:cNvPr>
            <p:cNvSpPr/>
            <p:nvPr/>
          </p:nvSpPr>
          <p:spPr>
            <a:xfrm>
              <a:off x="3226752" y="3238500"/>
              <a:ext cx="163830" cy="571500"/>
            </a:xfrm>
            <a:custGeom>
              <a:avLst/>
              <a:gdLst>
                <a:gd name="connsiteX0" fmla="*/ 0 w 285750"/>
                <a:gd name="connsiteY0" fmla="*/ 0 h 571500"/>
                <a:gd name="connsiteX1" fmla="*/ 285750 w 285750"/>
                <a:gd name="connsiteY1" fmla="*/ 285750 h 571500"/>
                <a:gd name="connsiteX2" fmla="*/ 0 w 285750"/>
                <a:gd name="connsiteY2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50" h="571500">
                  <a:moveTo>
                    <a:pt x="0" y="0"/>
                  </a:moveTo>
                  <a:cubicBezTo>
                    <a:pt x="157815" y="0"/>
                    <a:pt x="285750" y="127935"/>
                    <a:pt x="285750" y="285750"/>
                  </a:cubicBezTo>
                  <a:cubicBezTo>
                    <a:pt x="285750" y="443565"/>
                    <a:pt x="157815" y="571500"/>
                    <a:pt x="0" y="571500"/>
                  </a:cubicBezTo>
                </a:path>
              </a:pathLst>
            </a:custGeom>
            <a:noFill/>
            <a:ln w="85725" cap="rnd">
              <a:solidFill>
                <a:srgbClr val="2A5C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6F16C09C-2567-402A-8831-CCFDBB7424F8}"/>
                </a:ext>
              </a:extLst>
            </p:cNvPr>
            <p:cNvSpPr/>
            <p:nvPr/>
          </p:nvSpPr>
          <p:spPr>
            <a:xfrm>
              <a:off x="3417253" y="3000375"/>
              <a:ext cx="289560" cy="1047750"/>
            </a:xfrm>
            <a:custGeom>
              <a:avLst/>
              <a:gdLst>
                <a:gd name="connsiteX0" fmla="*/ 0 w 523875"/>
                <a:gd name="connsiteY0" fmla="*/ 0 h 1047750"/>
                <a:gd name="connsiteX1" fmla="*/ 523875 w 523875"/>
                <a:gd name="connsiteY1" fmla="*/ 523875 h 1047750"/>
                <a:gd name="connsiteX2" fmla="*/ 0 w 523875"/>
                <a:gd name="connsiteY2" fmla="*/ 1047750 h 104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047750">
                  <a:moveTo>
                    <a:pt x="0" y="0"/>
                  </a:moveTo>
                  <a:cubicBezTo>
                    <a:pt x="289328" y="0"/>
                    <a:pt x="523875" y="234547"/>
                    <a:pt x="523875" y="523875"/>
                  </a:cubicBezTo>
                  <a:cubicBezTo>
                    <a:pt x="523875" y="813203"/>
                    <a:pt x="289328" y="1047750"/>
                    <a:pt x="0" y="1047750"/>
                  </a:cubicBezTo>
                </a:path>
              </a:pathLst>
            </a:custGeom>
            <a:noFill/>
            <a:ln w="85725" cap="rnd">
              <a:solidFill>
                <a:srgbClr val="2A5C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7077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HarmonyOS Sans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</cp:revision>
  <dcterms:created xsi:type="dcterms:W3CDTF">2026-04-19T03:34:49Z</dcterms:created>
  <dcterms:modified xsi:type="dcterms:W3CDTF">2026-04-19T03:47:33Z</dcterms:modified>
</cp:coreProperties>
</file>